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C580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Mio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C580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Cross-Platform AI Chatbot  ·  Arun Teja Vemula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C580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C580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Mio?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1247120" cy="0"/>
          </a:xfrm>
          <a:prstGeom prst="line">
            <a:avLst/>
          </a:prstGeom>
          <a:noFill/>
          <a:ln w="19050">
            <a:solidFill>
              <a:srgbClr val="CC580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Mio is a production-ready AI chatbot with a single Flutter codebase that runs on Android, iOS, Web, Windows, macOS, and Linux. The FastAPI backend handles AI inference, async research tasks, file exports, token billing, and international payments.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124712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CC580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580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a chatbot that works everywhere — with real auth, payments, async AI tasks, and file exports — without maintaining multiple codebases.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1737360" cy="438912"/>
          </a:xfrm>
          <a:prstGeom prst="roundRect">
            <a:avLst>
              <a:gd name="adj" fmla="val 20833"/>
            </a:avLst>
          </a:prstGeom>
          <a:solidFill>
            <a:srgbClr val="1A1A1A"/>
          </a:solidFill>
          <a:ln w="9525">
            <a:solidFill>
              <a:srgbClr val="CC580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74904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Android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377440" y="3749040"/>
            <a:ext cx="1737360" cy="438912"/>
          </a:xfrm>
          <a:prstGeom prst="roundRect">
            <a:avLst>
              <a:gd name="adj" fmla="val 20833"/>
            </a:avLst>
          </a:prstGeom>
          <a:solidFill>
            <a:srgbClr val="1A1A1A"/>
          </a:solidFill>
          <a:ln w="9525">
            <a:solidFill>
              <a:srgbClr val="CC580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374904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iOS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97680" y="3749040"/>
            <a:ext cx="1737360" cy="438912"/>
          </a:xfrm>
          <a:prstGeom prst="roundRect">
            <a:avLst>
              <a:gd name="adj" fmla="val 20833"/>
            </a:avLst>
          </a:prstGeom>
          <a:solidFill>
            <a:srgbClr val="1A1A1A"/>
          </a:solidFill>
          <a:ln w="9525">
            <a:solidFill>
              <a:srgbClr val="CC580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374904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Web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3749040"/>
            <a:ext cx="1737360" cy="438912"/>
          </a:xfrm>
          <a:prstGeom prst="roundRect">
            <a:avLst>
              <a:gd name="adj" fmla="val 20833"/>
            </a:avLst>
          </a:prstGeom>
          <a:solidFill>
            <a:srgbClr val="1A1A1A"/>
          </a:solidFill>
          <a:ln w="9525">
            <a:solidFill>
              <a:srgbClr val="CC580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374904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Windows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38160" y="3749040"/>
            <a:ext cx="1737360" cy="438912"/>
          </a:xfrm>
          <a:prstGeom prst="roundRect">
            <a:avLst>
              <a:gd name="adj" fmla="val 20833"/>
            </a:avLst>
          </a:prstGeom>
          <a:solidFill>
            <a:srgbClr val="1A1A1A"/>
          </a:solidFill>
          <a:ln w="9525">
            <a:solidFill>
              <a:srgbClr val="CC580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374904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macOS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058400" y="3749040"/>
            <a:ext cx="1737360" cy="438912"/>
          </a:xfrm>
          <a:prstGeom prst="roundRect">
            <a:avLst>
              <a:gd name="adj" fmla="val 20833"/>
            </a:avLst>
          </a:prstGeom>
          <a:solidFill>
            <a:srgbClr val="1A1A1A"/>
          </a:solidFill>
          <a:ln w="9525">
            <a:solidFill>
              <a:srgbClr val="CC580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0" y="374904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Linux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C580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1247120" cy="0"/>
          </a:xfrm>
          <a:prstGeom prst="line">
            <a:avLst/>
          </a:prstGeom>
          <a:noFill/>
          <a:ln w="19050">
            <a:solidFill>
              <a:srgbClr val="CC580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5577840" cy="10972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54864" cy="1097280"/>
          </a:xfrm>
          <a:prstGeom prst="rect">
            <a:avLst/>
          </a:prstGeom>
          <a:solidFill>
            <a:srgbClr val="CC580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6984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Multi-platform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435608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Flutter codebase → Android, iOS, Web, Windows, macOS, Linux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5577840" cy="10972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240280"/>
            <a:ext cx="54864" cy="1097280"/>
          </a:xfrm>
          <a:prstGeom prst="rect">
            <a:avLst/>
          </a:prstGeom>
          <a:solidFill>
            <a:srgbClr val="CC580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5000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Chat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715768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Streamed responses via configurable AI provider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5577840" cy="10972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520440"/>
            <a:ext cx="54864" cy="1097280"/>
          </a:xfrm>
          <a:prstGeom prst="rect">
            <a:avLst/>
          </a:prstGeom>
          <a:solidFill>
            <a:srgbClr val="CC580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63016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Async Tasks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995928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Research + agent tasks via Celery workers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800600"/>
            <a:ext cx="5577840" cy="10972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800600"/>
            <a:ext cx="54864" cy="1097280"/>
          </a:xfrm>
          <a:prstGeom prst="rect">
            <a:avLst/>
          </a:prstGeom>
          <a:solidFill>
            <a:srgbClr val="CC5801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91032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File Export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5276088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Download conversations as PDF or DOCX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960120"/>
            <a:ext cx="5577840" cy="10972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960120"/>
            <a:ext cx="54864" cy="1097280"/>
          </a:xfrm>
          <a:prstGeom prst="rect">
            <a:avLst/>
          </a:prstGeom>
          <a:solidFill>
            <a:srgbClr val="CC5801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106984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Token Billing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0" y="1435608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Usage-tracked token system with top-up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2240280"/>
            <a:ext cx="5577840" cy="10972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2240280"/>
            <a:ext cx="54864" cy="1097280"/>
          </a:xfrm>
          <a:prstGeom prst="rect">
            <a:avLst/>
          </a:prstGeom>
          <a:solidFill>
            <a:srgbClr val="CC5801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235000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Payments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83680" y="2715768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Stripe (international) + Razorpay (India)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0" y="3520440"/>
            <a:ext cx="5577840" cy="10972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3520440"/>
            <a:ext cx="54864" cy="1097280"/>
          </a:xfrm>
          <a:prstGeom prst="rect">
            <a:avLst/>
          </a:prstGeom>
          <a:solidFill>
            <a:srgbClr val="CC5801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0" y="363016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JWT Auth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583680" y="3995928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AES-256 encrypted API keys, secure client storage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0" y="4800600"/>
            <a:ext cx="5577840" cy="10972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0" y="4800600"/>
            <a:ext cx="54864" cy="1097280"/>
          </a:xfrm>
          <a:prstGeom prst="rect">
            <a:avLst/>
          </a:prstGeom>
          <a:solidFill>
            <a:srgbClr val="CC5801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0" y="491032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Rate Limiting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583680" y="5276088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Per-endpoint limits via Upstash Redis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C580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1247120" cy="0"/>
          </a:xfrm>
          <a:prstGeom prst="line">
            <a:avLst/>
          </a:prstGeom>
          <a:noFill/>
          <a:ln w="19050">
            <a:solidFill>
              <a:srgbClr val="CC580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914400"/>
            <a:ext cx="5760720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91440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Flutter App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0" y="13258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Android · iOS · Web · Windows · macOS · Linux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99048" y="1920240"/>
            <a:ext cx="0" cy="457200"/>
          </a:xfrm>
          <a:prstGeom prst="line">
            <a:avLst/>
          </a:prstGeom>
          <a:noFill/>
          <a:ln w="25400">
            <a:solidFill>
              <a:srgbClr val="CC580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20116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580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HTTPS (JWT)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0" y="2377440"/>
            <a:ext cx="8503920" cy="914400"/>
          </a:xfrm>
          <a:prstGeom prst="rect">
            <a:avLst/>
          </a:prstGeom>
          <a:solidFill>
            <a:srgbClr val="1A1A1A"/>
          </a:solidFill>
          <a:ln w="19050">
            <a:solidFill>
              <a:srgbClr val="CC580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237744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FastAPI Backend (Railway)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828800" y="278892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auth · chat · export · payments · webhooks · search · rate limiting · JWT middleware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554480" y="3291840"/>
            <a:ext cx="0" cy="365760"/>
          </a:xfrm>
          <a:prstGeom prst="line">
            <a:avLst/>
          </a:prstGeom>
          <a:noFill/>
          <a:ln w="19050">
            <a:solidFill>
              <a:srgbClr val="3ECF8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657600"/>
            <a:ext cx="228600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6576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Supabase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(PostgreSQL + RLS)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0" y="3291840"/>
            <a:ext cx="0" cy="365760"/>
          </a:xfrm>
          <a:prstGeom prst="line">
            <a:avLst/>
          </a:prstGeom>
          <a:noFill/>
          <a:ln w="19050">
            <a:solidFill>
              <a:srgbClr val="CC580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3657600"/>
            <a:ext cx="228600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CC580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36576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Service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(inference)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23760" y="3291840"/>
            <a:ext cx="0" cy="36576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3657600"/>
            <a:ext cx="228600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36576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Celery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Upstash Redis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058400" y="3291840"/>
            <a:ext cx="0" cy="36576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61120" y="3657600"/>
            <a:ext cx="228600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0" y="36576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Stripe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Razorpay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C580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rule: Flutter never calls Supabase directly — all data flows through FastAPI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C580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1247120" cy="0"/>
          </a:xfrm>
          <a:prstGeom prst="line">
            <a:avLst/>
          </a:prstGeom>
          <a:noFill/>
          <a:ln w="19050">
            <a:solidFill>
              <a:srgbClr val="CC580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68680"/>
            <a:ext cx="3657600" cy="402336"/>
          </a:xfrm>
          <a:prstGeom prst="rect">
            <a:avLst/>
          </a:prstGeom>
          <a:solidFill>
            <a:srgbClr val="CC5801"/>
          </a:solidFill>
          <a:ln w="12700">
            <a:solidFill>
              <a:srgbClr val="CC580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65760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17320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Flutter + Dart ^3.8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365760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48840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Riverpod (state)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365760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880360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go_router (routing)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611880"/>
            <a:ext cx="365760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611880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Dio (HTTP)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343400"/>
            <a:ext cx="365760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4343400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flutter_secure_storage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365760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5074920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json_serializable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89120" y="868680"/>
            <a:ext cx="3657600" cy="402336"/>
          </a:xfrm>
          <a:prstGeom prst="rect">
            <a:avLst/>
          </a:prstGeom>
          <a:solidFill>
            <a:srgbClr val="CC5801"/>
          </a:solidFill>
          <a:ln w="12700">
            <a:solidFill>
              <a:srgbClr val="CC580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0" y="868680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Backend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389120" y="1417320"/>
            <a:ext cx="365760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1417320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FastAPI 0.115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389120" y="2148840"/>
            <a:ext cx="365760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6280" y="2148840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 3.11 (typed)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89120" y="2880360"/>
            <a:ext cx="365760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2880360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Pydantic v2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389120" y="3611880"/>
            <a:ext cx="365760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3611880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Celery 5.4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389120" y="4343400"/>
            <a:ext cx="365760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26280" y="4343400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Upstash Redis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389120" y="5074920"/>
            <a:ext cx="365760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26280" y="5074920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slowapi (rate limits)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321040" y="868680"/>
            <a:ext cx="3657600" cy="402336"/>
          </a:xfrm>
          <a:prstGeom prst="rect">
            <a:avLst/>
          </a:prstGeom>
          <a:solidFill>
            <a:srgbClr val="CC5801"/>
          </a:solidFill>
          <a:ln w="12700">
            <a:solidFill>
              <a:srgbClr val="CC580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21040" y="868680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Infrastructure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8321040" y="1417320"/>
            <a:ext cx="365760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58200" y="1417320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Supabase (PostgreSQL)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321040" y="2148840"/>
            <a:ext cx="365760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58200" y="2148840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Railway (deployment)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321040" y="2880360"/>
            <a:ext cx="365760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58200" y="2880360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Stripe + Razorpay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321040" y="3611880"/>
            <a:ext cx="365760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58200" y="3611880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Resend (email)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8321040" y="4343400"/>
            <a:ext cx="365760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58200" y="4343400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pypdf + python-docx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8321040" y="5074920"/>
            <a:ext cx="365760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58200" y="5074920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JWT + AES-256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C580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&amp; Billing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1247120" cy="0"/>
          </a:xfrm>
          <a:prstGeom prst="line">
            <a:avLst/>
          </a:prstGeom>
          <a:noFill/>
          <a:ln w="19050">
            <a:solidFill>
              <a:srgbClr val="CC580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5120640" cy="3200400"/>
          </a:xfrm>
          <a:prstGeom prst="rect">
            <a:avLst/>
          </a:prstGeom>
          <a:solidFill>
            <a:srgbClr val="1A1A1A"/>
          </a:solidFill>
          <a:ln w="12700">
            <a:solidFill>
              <a:srgbClr val="635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International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Subscriptions + one-time top-up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Webhook handler for events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USD, EUR &amp; major currencies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0" y="914400"/>
            <a:ext cx="5120640" cy="3200400"/>
          </a:xfrm>
          <a:prstGeom prst="rect">
            <a:avLst/>
          </a:prstGeom>
          <a:solidFill>
            <a:srgbClr val="1A1A1A"/>
          </a:solidFill>
          <a:ln w="12700">
            <a:solidFill>
              <a:srgbClr val="0726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9144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1371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India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0" y="18288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INR payments for Indian users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2331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Separate webhook handler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0" y="28346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Token credited on confirmation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389120"/>
            <a:ext cx="11247120" cy="82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CC580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4348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Token System: Every AI inference consumes tokens · token_guard blocks at zero balance · top-up via either processor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C580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1247120" cy="0"/>
          </a:xfrm>
          <a:prstGeom prst="line">
            <a:avLst/>
          </a:prstGeom>
          <a:noFill/>
          <a:ln w="19050">
            <a:solidFill>
              <a:srgbClr val="CC580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2926080" cy="749808"/>
          </a:xfrm>
          <a:prstGeom prst="rect">
            <a:avLst/>
          </a:prstGeom>
          <a:solidFill>
            <a:srgbClr val="CC5801"/>
          </a:solidFill>
          <a:ln w="12700">
            <a:solidFill>
              <a:srgbClr val="CC580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960120"/>
            <a:ext cx="8321040" cy="7498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960120"/>
            <a:ext cx="8046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JWT (python-jose) verified on every request via auth_middleware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47088"/>
            <a:ext cx="2926080" cy="749808"/>
          </a:xfrm>
          <a:prstGeom prst="rect">
            <a:avLst/>
          </a:prstGeom>
          <a:solidFill>
            <a:srgbClr val="CC5801"/>
          </a:solidFill>
          <a:ln w="12700">
            <a:solidFill>
              <a:srgbClr val="CC580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47088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 Key Storage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0" y="1847088"/>
            <a:ext cx="8321040" cy="7498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1847088"/>
            <a:ext cx="8046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AES-256 encrypted server-side via encryption_service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734056"/>
            <a:ext cx="2926080" cy="749808"/>
          </a:xfrm>
          <a:prstGeom prst="rect">
            <a:avLst/>
          </a:prstGeom>
          <a:solidFill>
            <a:srgbClr val="CC5801"/>
          </a:solidFill>
          <a:ln w="12700">
            <a:solidFill>
              <a:srgbClr val="CC580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34056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83280" y="2734056"/>
            <a:ext cx="8321040" cy="7498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2734056"/>
            <a:ext cx="8046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Row Level Security (RLS) enabled on all Supabase tables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621024"/>
            <a:ext cx="2926080" cy="749808"/>
          </a:xfrm>
          <a:prstGeom prst="rect">
            <a:avLst/>
          </a:prstGeom>
          <a:solidFill>
            <a:srgbClr val="CC5801"/>
          </a:solidFill>
          <a:ln w="12700">
            <a:solidFill>
              <a:srgbClr val="CC580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21024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Rate Limiting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83280" y="3621024"/>
            <a:ext cx="8321040" cy="7498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3621024"/>
            <a:ext cx="8046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Per-endpoint limits via slowapi + Upstash Redis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507992"/>
            <a:ext cx="2926080" cy="749808"/>
          </a:xfrm>
          <a:prstGeom prst="rect">
            <a:avLst/>
          </a:prstGeom>
          <a:solidFill>
            <a:srgbClr val="CC5801"/>
          </a:solidFill>
          <a:ln w="12700">
            <a:solidFill>
              <a:srgbClr val="CC580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507992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 Storage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383280" y="4507992"/>
            <a:ext cx="8321040" cy="7498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4507992"/>
            <a:ext cx="8046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flutter_secure_storage — no plain-text secrets on device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5394960"/>
            <a:ext cx="2926080" cy="749808"/>
          </a:xfrm>
          <a:prstGeom prst="rect">
            <a:avLst/>
          </a:prstGeom>
          <a:solidFill>
            <a:srgbClr val="CC5801"/>
          </a:solidFill>
          <a:ln w="12700">
            <a:solidFill>
              <a:srgbClr val="CC580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394960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Type Safety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383280" y="5394960"/>
            <a:ext cx="8321040" cy="7498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66160" y="5394960"/>
            <a:ext cx="8046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dynamic types in Flutter; strict null safety enforced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C580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Task System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1247120" cy="0"/>
          </a:xfrm>
          <a:prstGeom prst="line">
            <a:avLst/>
          </a:prstGeom>
          <a:noFill/>
          <a:ln w="19050">
            <a:solidFill>
              <a:srgbClr val="CC580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Long-running AI operations run as Celery tasks — not blocking the HTTP request/response cycle.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2286000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459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Request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51760" y="2148840"/>
            <a:ext cx="64008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1645920"/>
            <a:ext cx="2286000" cy="1005840"/>
          </a:xfrm>
          <a:prstGeom prst="rect">
            <a:avLst/>
          </a:prstGeom>
          <a:solidFill>
            <a:srgbClr val="CC5801"/>
          </a:solidFill>
          <a:ln w="12700">
            <a:solidFill>
              <a:srgbClr val="CC580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16459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FastAPI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Route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212080" y="2148840"/>
            <a:ext cx="64008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1645920"/>
            <a:ext cx="228600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16459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Celery Task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Queue (Redis)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0" y="2148840"/>
            <a:ext cx="64008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645920"/>
            <a:ext cx="2286000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16459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Executes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926080" y="2697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Returns task_id immediately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46720" y="2926080"/>
            <a:ext cx="3657600" cy="566928"/>
          </a:xfrm>
          <a:prstGeom prst="rect">
            <a:avLst/>
          </a:prstGeom>
          <a:solidFill>
            <a:srgbClr val="1A1A1A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292608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agent_task — multi-step AI agent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46720" y="3611880"/>
            <a:ext cx="3657600" cy="566928"/>
          </a:xfrm>
          <a:prstGeom prst="rect">
            <a:avLst/>
          </a:prstGeom>
          <a:solidFill>
            <a:srgbClr val="1A1A1A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361188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research_task — web research + synthesis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46720" y="4297680"/>
            <a:ext cx="3657600" cy="566928"/>
          </a:xfrm>
          <a:prstGeom prst="rect">
            <a:avLst/>
          </a:prstGeom>
          <a:solidFill>
            <a:srgbClr val="1A1A1A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429768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file_task — PDF / DOCX generation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5029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Two Railway services run independently: FastAPI server + Celery worker — scale each separately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C580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1247120" cy="0"/>
          </a:xfrm>
          <a:prstGeom prst="line">
            <a:avLst/>
          </a:prstGeom>
          <a:noFill/>
          <a:ln w="19050">
            <a:solidFill>
              <a:srgbClr val="CC580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3474720" cy="1645920"/>
          </a:xfrm>
          <a:prstGeom prst="rect">
            <a:avLst/>
          </a:prstGeom>
          <a:solidFill>
            <a:srgbClr val="CC5801"/>
          </a:solidFill>
          <a:ln w="12700">
            <a:solidFill>
              <a:srgbClr val="CC580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6517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Primary Accent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58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#CC5801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Interactive elements only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914400"/>
            <a:ext cx="3474720" cy="164592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26517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Light Background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97680" y="30175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58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#FAF8F5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97680" y="3337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Light mode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914400"/>
            <a:ext cx="3474720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26517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Dark Background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38160" y="30175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58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#000000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38160" y="3337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Dark mode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1124712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931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580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Body Font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39319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DM Sans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0" y="39319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body text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590288"/>
            <a:ext cx="1124712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59028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580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Heading Font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83280" y="459028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DM Serif Display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98080" y="459028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Titles &amp; headings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5248656"/>
            <a:ext cx="1124712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248656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580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Mascot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83280" y="5248656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Kawaii ghost 👻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98080" y="5248656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Onboarding, empty states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C580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1247120" cy="0"/>
          </a:xfrm>
          <a:prstGeom prst="line">
            <a:avLst/>
          </a:prstGeom>
          <a:noFill/>
          <a:ln w="19050">
            <a:solidFill>
              <a:srgbClr val="CC580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5577840" cy="12344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54864" cy="1234440"/>
          </a:xfrm>
          <a:prstGeom prst="rect">
            <a:avLst/>
          </a:prstGeom>
          <a:solidFill>
            <a:srgbClr val="CC580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5156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Cross-Platform Dev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Flutter clean architecture, Riverpod, go_router across 6 platforms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5577840" cy="12344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377440"/>
            <a:ext cx="54864" cy="1234440"/>
          </a:xfrm>
          <a:prstGeom prst="rect">
            <a:avLst/>
          </a:prstGeom>
          <a:solidFill>
            <a:srgbClr val="CC580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6888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Production API Design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88036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FastAPI, Pydantic v2, JWT auth, AES-256 encryption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5577840" cy="12344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794760"/>
            <a:ext cx="54864" cy="1234440"/>
          </a:xfrm>
          <a:prstGeom prst="rect">
            <a:avLst/>
          </a:prstGeom>
          <a:solidFill>
            <a:srgbClr val="CC580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88620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Distributed Systems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29768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Celery task queue, Redis broker, async workers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5212080"/>
            <a:ext cx="5577840" cy="12344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5212080"/>
            <a:ext cx="54864" cy="1234440"/>
          </a:xfrm>
          <a:prstGeom prst="rect">
            <a:avLst/>
          </a:prstGeom>
          <a:solidFill>
            <a:srgbClr val="CC5801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30352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Payment Integration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571500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Stripe + Razorpay, dual-currency billing, webhooks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960120"/>
            <a:ext cx="5577840" cy="12344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960120"/>
            <a:ext cx="54864" cy="1234440"/>
          </a:xfrm>
          <a:prstGeom prst="rect">
            <a:avLst/>
          </a:prstGeom>
          <a:solidFill>
            <a:srgbClr val="CC5801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105156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Database Design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0" y="146304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Supabase PostgreSQL, Row Level Security, migrations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2377440"/>
            <a:ext cx="5577840" cy="12344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2377440"/>
            <a:ext cx="54864" cy="1234440"/>
          </a:xfrm>
          <a:prstGeom prst="rect">
            <a:avLst/>
          </a:prstGeom>
          <a:solidFill>
            <a:srgbClr val="CC5801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246888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Security Engineering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83680" y="288036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End-to-end security: device storage → API → DB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0" y="3794760"/>
            <a:ext cx="5577840" cy="12344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3794760"/>
            <a:ext cx="54864" cy="1234440"/>
          </a:xfrm>
          <a:prstGeom prst="rect">
            <a:avLst/>
          </a:prstGeom>
          <a:solidFill>
            <a:srgbClr val="CC5801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0" y="388620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DevOps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583680" y="429768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Railway deployment, Docker, multi-service architecture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C580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1247120" cy="0"/>
          </a:xfrm>
          <a:prstGeom prst="line">
            <a:avLst/>
          </a:prstGeom>
          <a:noFill/>
          <a:ln w="19050">
            <a:solidFill>
              <a:srgbClr val="CC580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11247120" cy="9601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" cy="960120"/>
          </a:xfrm>
          <a:prstGeom prst="rect">
            <a:avLst/>
          </a:prstGeom>
          <a:solidFill>
            <a:srgbClr val="CC580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05840"/>
            <a:ext cx="10789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Single Flutter codebase running across 6 platforms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11247120" cy="9601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48840"/>
            <a:ext cx="54864" cy="960120"/>
          </a:xfrm>
          <a:prstGeom prst="rect">
            <a:avLst/>
          </a:prstGeom>
          <a:solidFill>
            <a:srgbClr val="CC5801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148840"/>
            <a:ext cx="10789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Secure, scalable FastAPI backend with async task processing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11247120" cy="9601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291840"/>
            <a:ext cx="54864" cy="960120"/>
          </a:xfrm>
          <a:prstGeom prst="rect">
            <a:avLst/>
          </a:prstGeom>
          <a:solidFill>
            <a:srgbClr val="CC5801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291840"/>
            <a:ext cx="10789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International payment support with token-based billing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4434840"/>
            <a:ext cx="11247120" cy="9601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4434840"/>
            <a:ext cx="54864" cy="960120"/>
          </a:xfrm>
          <a:prstGeom prst="rect">
            <a:avLst/>
          </a:prstGeom>
          <a:solidFill>
            <a:srgbClr val="CC5801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434840"/>
            <a:ext cx="10789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Clean architecture, strict typing, and layered security throughout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580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Flutter · Dart · FastAPI · Python · Supabase · Celery · Redis · Stripe · Razorpay · Railway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C580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Mio — Cross-Platform AI Chatbot</dc:title>
  <dc:subject>PptxGenJS Presentation</dc:subject>
  <dc:creator>Arun Teja Vemula</dc:creator>
  <cp:lastModifiedBy>Arun Teja Vemula</cp:lastModifiedBy>
  <cp:revision>1</cp:revision>
  <dcterms:created xsi:type="dcterms:W3CDTF">2026-06-09T19:46:56Z</dcterms:created>
  <dcterms:modified xsi:type="dcterms:W3CDTF">2026-06-09T19:46:56Z</dcterms:modified>
</cp:coreProperties>
</file>